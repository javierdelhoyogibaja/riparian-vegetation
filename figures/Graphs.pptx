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869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AF37-2A01-D9BB-5D65-B27D24143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82634-EF56-12A3-5800-9FAA2376C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EB8CC-037E-2E04-78EB-EF363C45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2E8BA-CA7C-4EB8-A049-4C495610827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2037E-F4F8-8904-A868-33D3E8F4F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EFE0A-AE8E-8595-F5B1-728ED424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2E86-61B4-4975-B268-23411203E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67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3CD74-3D19-56A1-A126-2372BEF5B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06064-D303-E8A2-5D23-27FC59577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538D-C957-7086-5F96-438661155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2E8BA-CA7C-4EB8-A049-4C495610827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0FC72-6D0E-A465-7A54-980B1D03A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D0372-0724-002F-5F6C-8A368826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2E86-61B4-4975-B268-23411203E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8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F60BB-5640-65D3-86DD-EBF118472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1F801-043E-3A89-5219-2635DDE46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68A5C-9590-DB6E-4A89-ECF36BA0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2E8BA-CA7C-4EB8-A049-4C495610827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D6A98-57BB-478B-919B-DF043BC60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5C389-6C9C-8DD4-3B68-1E6BC720B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2E86-61B4-4975-B268-23411203E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2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A6BA7-25E2-D779-60CB-6B6C9E2E0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A9710-E0DC-F174-F4AE-8A45ED4B3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81D6A-5CC3-B221-C8AA-5B7503F65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F9CD-5552-F473-CF40-8779844E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2E8BA-CA7C-4EB8-A049-4C495610827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0180E-3EB4-EDA4-4F40-FDD6E36D2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6C3F3-CBEE-DC35-1B8C-7B2BCFD5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2E86-61B4-4975-B268-23411203E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787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C74F-6C7C-0F06-E1A7-C2C32CF3A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B28A8-3D74-B5D4-A4AA-735EA2CA1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09A15-43D6-25D0-08FF-4DFA98719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8D9335-D150-0932-6575-7E88CDADA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876A6E-C1FC-139E-201F-A3068086D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2111E-1DFE-4673-96F1-4220A032E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2E8BA-CA7C-4EB8-A049-4C495610827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8787EB-E24C-3F6D-53F0-04C33A287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9EA68F-D038-EB52-8FDF-FA394AD7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2E86-61B4-4975-B268-23411203E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13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824F-2032-C5CB-875F-74016CD3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F2BE7B-6210-6605-490A-0760D2D2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2E8BA-CA7C-4EB8-A049-4C495610827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EF01B-71AE-3B67-1E66-2E00A6A96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D7A530-3668-6C32-0250-910237F7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2E86-61B4-4975-B268-23411203E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19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5D74E3-C19F-5E2C-E8E9-637D70A2E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2E8BA-CA7C-4EB8-A049-4C495610827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CA280-D2C2-1D4B-08DF-29503227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2D5D2-C3FC-A6BF-9142-CA73749D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2E86-61B4-4975-B268-23411203E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1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5F1C9-00F7-1434-9652-ACDC650BA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B3885-4F38-570D-E545-F14FBD991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269BB-E160-D2C5-A6BE-CD30C6243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610D4-E6F8-3EB7-C9EE-14C88D09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2E8BA-CA7C-4EB8-A049-4C495610827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CA7B3-DBDB-9A1C-AA65-F29530C2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1B5BB-59E0-B0A5-7B38-C420172B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2E86-61B4-4975-B268-23411203E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373C2-98DC-0210-BAFC-B1A4DC9B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CFE66-F9B4-3D11-0289-1E1D6C8AA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6EE7A-CD44-00DF-EC0C-545C57B59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3B210-8F49-62D9-76AF-532D284A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2E8BA-CA7C-4EB8-A049-4C495610827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C6D56-6B14-5D1A-12F3-5C182746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E0F62-5BAA-0F3C-F36E-3DDD95E9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2E86-61B4-4975-B268-23411203E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3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AA1F-9570-49C0-C925-79A917503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9EC55-84FF-12CC-CB77-7F59F2596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02142-B1A2-4725-9CF8-8AC6E75F0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2E8BA-CA7C-4EB8-A049-4C495610827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C3935-66B8-9B87-1B81-506C6927E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04C9A-63B7-828D-CCCF-04E72C51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2E86-61B4-4975-B268-23411203E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0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4936A3-109C-EB9C-1D57-67BA4F27C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78D57-AED5-D4DB-E4B2-C70507CE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7611D-E2AC-E8CD-E1DC-5D089870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2E8BA-CA7C-4EB8-A049-4C495610827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22579-CEA9-DE22-6371-5CAF44F5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C860E-FAB3-0F96-EBC6-D1A484AD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2E86-61B4-4975-B268-23411203E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8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EC9C7-A6F2-EA8D-BAD8-424B44718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35AB1-CFF2-7B5B-694B-0BE1F5D17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9FFBD-6D11-C44C-1902-1442BCD68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2E8BA-CA7C-4EB8-A049-4C495610827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2E160-6FCE-1BB1-CBBE-73AF58E4F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47C67-3C2B-BDCF-1C29-6260B3365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52E86-61B4-4975-B268-23411203E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482A-4F00-E1D8-AE3C-62342FD8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BA7D9B-D5F8-3FEF-BE63-7D95F701A1C3}"/>
              </a:ext>
            </a:extLst>
          </p:cNvPr>
          <p:cNvCxnSpPr>
            <a:cxnSpLocks/>
          </p:cNvCxnSpPr>
          <p:nvPr/>
        </p:nvCxnSpPr>
        <p:spPr>
          <a:xfrm>
            <a:off x="9591750" y="653607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D30A8E-3B3D-822C-F7AE-EE9D543111B6}"/>
              </a:ext>
            </a:extLst>
          </p:cNvPr>
          <p:cNvCxnSpPr>
            <a:cxnSpLocks/>
          </p:cNvCxnSpPr>
          <p:nvPr/>
        </p:nvCxnSpPr>
        <p:spPr>
          <a:xfrm>
            <a:off x="9593680" y="1041359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D2AE5B-628F-DBF1-BCFA-E4B7D3EB5C87}"/>
              </a:ext>
            </a:extLst>
          </p:cNvPr>
          <p:cNvCxnSpPr>
            <a:cxnSpLocks/>
          </p:cNvCxnSpPr>
          <p:nvPr/>
        </p:nvCxnSpPr>
        <p:spPr>
          <a:xfrm>
            <a:off x="9591750" y="1442614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91E893-0E7E-781D-1C68-BB6586EC8177}"/>
              </a:ext>
            </a:extLst>
          </p:cNvPr>
          <p:cNvCxnSpPr>
            <a:cxnSpLocks/>
          </p:cNvCxnSpPr>
          <p:nvPr/>
        </p:nvCxnSpPr>
        <p:spPr>
          <a:xfrm>
            <a:off x="9585963" y="1785996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CC32B5-3C4E-1E31-9482-8FA957137008}"/>
              </a:ext>
            </a:extLst>
          </p:cNvPr>
          <p:cNvCxnSpPr>
            <a:cxnSpLocks/>
          </p:cNvCxnSpPr>
          <p:nvPr/>
        </p:nvCxnSpPr>
        <p:spPr>
          <a:xfrm>
            <a:off x="9593680" y="2150600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D6A4AD-5086-3F8D-2BD5-94E857D7D967}"/>
              </a:ext>
            </a:extLst>
          </p:cNvPr>
          <p:cNvCxnSpPr>
            <a:cxnSpLocks/>
          </p:cNvCxnSpPr>
          <p:nvPr/>
        </p:nvCxnSpPr>
        <p:spPr>
          <a:xfrm>
            <a:off x="9593680" y="2515202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4F4CD9-8696-7F51-AA9B-756C10DED7B2}"/>
              </a:ext>
            </a:extLst>
          </p:cNvPr>
          <p:cNvCxnSpPr>
            <a:cxnSpLocks/>
          </p:cNvCxnSpPr>
          <p:nvPr/>
        </p:nvCxnSpPr>
        <p:spPr>
          <a:xfrm>
            <a:off x="9585963" y="2878840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30A953-DC5A-9141-EBEC-C1CE72D6CD6E}"/>
              </a:ext>
            </a:extLst>
          </p:cNvPr>
          <p:cNvCxnSpPr>
            <a:cxnSpLocks/>
          </p:cNvCxnSpPr>
          <p:nvPr/>
        </p:nvCxnSpPr>
        <p:spPr>
          <a:xfrm>
            <a:off x="9593680" y="3271415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8E6712-2D7E-2465-E332-7647604662D1}"/>
              </a:ext>
            </a:extLst>
          </p:cNvPr>
          <p:cNvCxnSpPr>
            <a:cxnSpLocks/>
          </p:cNvCxnSpPr>
          <p:nvPr/>
        </p:nvCxnSpPr>
        <p:spPr>
          <a:xfrm flipH="1">
            <a:off x="9146478" y="3632159"/>
            <a:ext cx="447202" cy="3848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7FD0FE0-89F5-59EE-E625-6CCCD4D3B828}"/>
              </a:ext>
            </a:extLst>
          </p:cNvPr>
          <p:cNvCxnSpPr>
            <a:cxnSpLocks/>
            <a:stCxn id="48" idx="5"/>
          </p:cNvCxnSpPr>
          <p:nvPr/>
        </p:nvCxnSpPr>
        <p:spPr>
          <a:xfrm>
            <a:off x="8566312" y="3761729"/>
            <a:ext cx="416809" cy="2490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6A96B0E0-E806-1B10-7CCF-DD704DF6D929}"/>
              </a:ext>
            </a:extLst>
          </p:cNvPr>
          <p:cNvSpPr/>
          <p:nvPr/>
        </p:nvSpPr>
        <p:spPr>
          <a:xfrm>
            <a:off x="9512001" y="505680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D08E5AF-8A79-BB3E-D1AE-08B897B68D48}"/>
              </a:ext>
            </a:extLst>
          </p:cNvPr>
          <p:cNvSpPr/>
          <p:nvPr/>
        </p:nvSpPr>
        <p:spPr>
          <a:xfrm>
            <a:off x="9512001" y="888607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12D171D-D2DC-51D2-280E-17CC565C5B90}"/>
              </a:ext>
            </a:extLst>
          </p:cNvPr>
          <p:cNvSpPr/>
          <p:nvPr/>
        </p:nvSpPr>
        <p:spPr>
          <a:xfrm>
            <a:off x="9504284" y="3490234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B2BFA62-AEBC-F717-D388-FED42082DA1D}"/>
              </a:ext>
            </a:extLst>
          </p:cNvPr>
          <p:cNvSpPr/>
          <p:nvPr/>
        </p:nvSpPr>
        <p:spPr>
          <a:xfrm>
            <a:off x="9504284" y="3130036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79DFA76-CAA9-DD29-8813-280258BF7E45}"/>
              </a:ext>
            </a:extLst>
          </p:cNvPr>
          <p:cNvSpPr/>
          <p:nvPr/>
        </p:nvSpPr>
        <p:spPr>
          <a:xfrm>
            <a:off x="9504284" y="2747109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4A1815E-0442-6768-7A6B-FCD0490F42F0}"/>
              </a:ext>
            </a:extLst>
          </p:cNvPr>
          <p:cNvSpPr/>
          <p:nvPr/>
        </p:nvSpPr>
        <p:spPr>
          <a:xfrm>
            <a:off x="9512000" y="2383445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E80D61C-355F-F456-579F-B25F9110D967}"/>
              </a:ext>
            </a:extLst>
          </p:cNvPr>
          <p:cNvSpPr/>
          <p:nvPr/>
        </p:nvSpPr>
        <p:spPr>
          <a:xfrm>
            <a:off x="9512001" y="2015439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4F18625-DF01-5E4A-8435-70C03E690F7F}"/>
              </a:ext>
            </a:extLst>
          </p:cNvPr>
          <p:cNvSpPr/>
          <p:nvPr/>
        </p:nvSpPr>
        <p:spPr>
          <a:xfrm>
            <a:off x="9509784" y="1666307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B07C2A6-30B3-60C9-51AD-8D6AD895F3D8}"/>
              </a:ext>
            </a:extLst>
          </p:cNvPr>
          <p:cNvSpPr/>
          <p:nvPr/>
        </p:nvSpPr>
        <p:spPr>
          <a:xfrm>
            <a:off x="9512001" y="1315383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F3D0EF9-DF32-62F4-6945-4D29B4EB4C47}"/>
              </a:ext>
            </a:extLst>
          </p:cNvPr>
          <p:cNvSpPr/>
          <p:nvPr/>
        </p:nvSpPr>
        <p:spPr>
          <a:xfrm>
            <a:off x="8426878" y="3621170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91B4631-E8B8-0AD8-5E54-711F9578DAF3}"/>
              </a:ext>
            </a:extLst>
          </p:cNvPr>
          <p:cNvSpPr/>
          <p:nvPr/>
        </p:nvSpPr>
        <p:spPr>
          <a:xfrm>
            <a:off x="8983121" y="3936939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B50E645-13BD-A893-94F3-73CE733B84A7}"/>
              </a:ext>
            </a:extLst>
          </p:cNvPr>
          <p:cNvCxnSpPr>
            <a:cxnSpLocks/>
          </p:cNvCxnSpPr>
          <p:nvPr/>
        </p:nvCxnSpPr>
        <p:spPr>
          <a:xfrm>
            <a:off x="8492268" y="1524951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0D2C1AB-4DE4-6C6F-2DBB-87814F65DBD4}"/>
              </a:ext>
            </a:extLst>
          </p:cNvPr>
          <p:cNvCxnSpPr>
            <a:cxnSpLocks/>
          </p:cNvCxnSpPr>
          <p:nvPr/>
        </p:nvCxnSpPr>
        <p:spPr>
          <a:xfrm>
            <a:off x="8486481" y="1868333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21F868D-6204-7D0F-D98E-7E4B05AC2768}"/>
              </a:ext>
            </a:extLst>
          </p:cNvPr>
          <p:cNvCxnSpPr>
            <a:cxnSpLocks/>
          </p:cNvCxnSpPr>
          <p:nvPr/>
        </p:nvCxnSpPr>
        <p:spPr>
          <a:xfrm>
            <a:off x="8494198" y="2232937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01F8F9C-CE17-CA96-A96B-AAAB7DB664B5}"/>
              </a:ext>
            </a:extLst>
          </p:cNvPr>
          <p:cNvCxnSpPr>
            <a:cxnSpLocks/>
          </p:cNvCxnSpPr>
          <p:nvPr/>
        </p:nvCxnSpPr>
        <p:spPr>
          <a:xfrm>
            <a:off x="8494198" y="2597539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CD0F219-DDAC-E818-3530-A847FCDF31E5}"/>
              </a:ext>
            </a:extLst>
          </p:cNvPr>
          <p:cNvCxnSpPr>
            <a:cxnSpLocks/>
          </p:cNvCxnSpPr>
          <p:nvPr/>
        </p:nvCxnSpPr>
        <p:spPr>
          <a:xfrm>
            <a:off x="8486481" y="2961177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7E7A5A5-82BB-D22D-CDF8-50EB037F2A91}"/>
              </a:ext>
            </a:extLst>
          </p:cNvPr>
          <p:cNvCxnSpPr>
            <a:cxnSpLocks/>
          </p:cNvCxnSpPr>
          <p:nvPr/>
        </p:nvCxnSpPr>
        <p:spPr>
          <a:xfrm>
            <a:off x="8494198" y="3353752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F2D9212A-C5BF-8F99-D8D0-4E22494971C2}"/>
              </a:ext>
            </a:extLst>
          </p:cNvPr>
          <p:cNvSpPr/>
          <p:nvPr/>
        </p:nvSpPr>
        <p:spPr>
          <a:xfrm>
            <a:off x="8404802" y="3212373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E4ADCEDD-1DF4-FEBA-B7D4-7305FD6EFC3B}"/>
              </a:ext>
            </a:extLst>
          </p:cNvPr>
          <p:cNvSpPr/>
          <p:nvPr/>
        </p:nvSpPr>
        <p:spPr>
          <a:xfrm>
            <a:off x="8404802" y="2829446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353D26A-724C-B866-202D-5000EBB36726}"/>
              </a:ext>
            </a:extLst>
          </p:cNvPr>
          <p:cNvSpPr/>
          <p:nvPr/>
        </p:nvSpPr>
        <p:spPr>
          <a:xfrm>
            <a:off x="8412518" y="2465782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1A42B0B-4EDA-15D9-EB4B-D116ED9C608C}"/>
              </a:ext>
            </a:extLst>
          </p:cNvPr>
          <p:cNvSpPr/>
          <p:nvPr/>
        </p:nvSpPr>
        <p:spPr>
          <a:xfrm>
            <a:off x="8412519" y="2097776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1742EF27-22DE-B883-A6FA-D96F28B7740F}"/>
              </a:ext>
            </a:extLst>
          </p:cNvPr>
          <p:cNvSpPr/>
          <p:nvPr/>
        </p:nvSpPr>
        <p:spPr>
          <a:xfrm>
            <a:off x="8410302" y="1748644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BC3A65BB-AF21-B94A-1FCC-E7A02548B51D}"/>
              </a:ext>
            </a:extLst>
          </p:cNvPr>
          <p:cNvSpPr/>
          <p:nvPr/>
        </p:nvSpPr>
        <p:spPr>
          <a:xfrm>
            <a:off x="8412519" y="1397720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72ECE4E-796E-C372-8BFE-E5C606057E89}"/>
              </a:ext>
            </a:extLst>
          </p:cNvPr>
          <p:cNvCxnSpPr>
            <a:cxnSpLocks/>
          </p:cNvCxnSpPr>
          <p:nvPr/>
        </p:nvCxnSpPr>
        <p:spPr>
          <a:xfrm flipH="1">
            <a:off x="8724966" y="4070904"/>
            <a:ext cx="312471" cy="2727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E7E37CE5-AE33-A60E-3CDD-530231346280}"/>
              </a:ext>
            </a:extLst>
          </p:cNvPr>
          <p:cNvSpPr/>
          <p:nvPr/>
        </p:nvSpPr>
        <p:spPr>
          <a:xfrm>
            <a:off x="8601761" y="4304755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0652D55-2134-00D1-45DE-0DCA09F36A93}"/>
              </a:ext>
            </a:extLst>
          </p:cNvPr>
          <p:cNvCxnSpPr>
            <a:cxnSpLocks/>
          </p:cNvCxnSpPr>
          <p:nvPr/>
        </p:nvCxnSpPr>
        <p:spPr>
          <a:xfrm flipH="1">
            <a:off x="8318566" y="4447236"/>
            <a:ext cx="312471" cy="2727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03AA8B78-2F95-D0B8-F1E8-601F47BEF107}"/>
              </a:ext>
            </a:extLst>
          </p:cNvPr>
          <p:cNvSpPr/>
          <p:nvPr/>
        </p:nvSpPr>
        <p:spPr>
          <a:xfrm>
            <a:off x="8195361" y="4681087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52DE490-3675-D294-5A56-1DECB38CF16E}"/>
              </a:ext>
            </a:extLst>
          </p:cNvPr>
          <p:cNvCxnSpPr>
            <a:cxnSpLocks/>
          </p:cNvCxnSpPr>
          <p:nvPr/>
        </p:nvCxnSpPr>
        <p:spPr>
          <a:xfrm flipH="1">
            <a:off x="7929946" y="4805376"/>
            <a:ext cx="312471" cy="2727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84AE6AB7-BC68-3B08-E17C-70C41549BD90}"/>
              </a:ext>
            </a:extLst>
          </p:cNvPr>
          <p:cNvSpPr/>
          <p:nvPr/>
        </p:nvSpPr>
        <p:spPr>
          <a:xfrm>
            <a:off x="7806741" y="5039227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9808063-5C5C-90E6-8B05-E3EFC890E4E1}"/>
              </a:ext>
            </a:extLst>
          </p:cNvPr>
          <p:cNvCxnSpPr>
            <a:cxnSpLocks/>
          </p:cNvCxnSpPr>
          <p:nvPr/>
        </p:nvCxnSpPr>
        <p:spPr>
          <a:xfrm flipH="1">
            <a:off x="7543866" y="5148276"/>
            <a:ext cx="312471" cy="2727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A826E6CC-51A0-7B4C-6C0B-5E4EE862F894}"/>
              </a:ext>
            </a:extLst>
          </p:cNvPr>
          <p:cNvSpPr/>
          <p:nvPr/>
        </p:nvSpPr>
        <p:spPr>
          <a:xfrm>
            <a:off x="7420661" y="5382127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33EF7BF8-40EF-4118-955E-3864F84A3132}"/>
              </a:ext>
            </a:extLst>
          </p:cNvPr>
          <p:cNvCxnSpPr>
            <a:cxnSpLocks/>
            <a:stCxn id="150" idx="4"/>
          </p:cNvCxnSpPr>
          <p:nvPr/>
        </p:nvCxnSpPr>
        <p:spPr>
          <a:xfrm flipH="1">
            <a:off x="7507639" y="3996176"/>
            <a:ext cx="1930" cy="3795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A051D397-5EE0-B55C-50BC-191657225C56}"/>
              </a:ext>
            </a:extLst>
          </p:cNvPr>
          <p:cNvCxnSpPr>
            <a:cxnSpLocks/>
            <a:stCxn id="149" idx="4"/>
          </p:cNvCxnSpPr>
          <p:nvPr/>
        </p:nvCxnSpPr>
        <p:spPr>
          <a:xfrm flipH="1">
            <a:off x="7501852" y="4486277"/>
            <a:ext cx="5500" cy="3941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BDB2E23C-EDB4-15D3-6D6C-E800FB21FFC6}"/>
              </a:ext>
            </a:extLst>
          </p:cNvPr>
          <p:cNvCxnSpPr>
            <a:cxnSpLocks/>
            <a:stCxn id="148" idx="4"/>
          </p:cNvCxnSpPr>
          <p:nvPr/>
        </p:nvCxnSpPr>
        <p:spPr>
          <a:xfrm>
            <a:off x="7509569" y="4996720"/>
            <a:ext cx="0" cy="385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4CE7DDEF-E14D-C6AF-E2AB-2B34DAFD6A1F}"/>
              </a:ext>
            </a:extLst>
          </p:cNvPr>
          <p:cNvSpPr/>
          <p:nvPr/>
        </p:nvSpPr>
        <p:spPr>
          <a:xfrm>
            <a:off x="7427890" y="4832045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0DB94B1F-7E41-464E-8AF2-BCD9D7729C40}"/>
              </a:ext>
            </a:extLst>
          </p:cNvPr>
          <p:cNvSpPr/>
          <p:nvPr/>
        </p:nvSpPr>
        <p:spPr>
          <a:xfrm>
            <a:off x="7425673" y="4321602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E0E3324-CD76-43C9-3A1F-9531A76B8C6E}"/>
              </a:ext>
            </a:extLst>
          </p:cNvPr>
          <p:cNvSpPr/>
          <p:nvPr/>
        </p:nvSpPr>
        <p:spPr>
          <a:xfrm>
            <a:off x="7427890" y="3831501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774DFDF-BC2D-5AC4-67E9-A4C82DFF6CA9}"/>
              </a:ext>
            </a:extLst>
          </p:cNvPr>
          <p:cNvCxnSpPr>
            <a:cxnSpLocks/>
          </p:cNvCxnSpPr>
          <p:nvPr/>
        </p:nvCxnSpPr>
        <p:spPr>
          <a:xfrm flipH="1">
            <a:off x="7146356" y="5478860"/>
            <a:ext cx="312471" cy="2727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80D291D3-CA86-1326-E28E-C4996604E298}"/>
              </a:ext>
            </a:extLst>
          </p:cNvPr>
          <p:cNvSpPr/>
          <p:nvPr/>
        </p:nvSpPr>
        <p:spPr>
          <a:xfrm>
            <a:off x="7023151" y="5712711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E8A85F93-E04C-1C1F-98E6-D2A6D3B6E5B5}"/>
              </a:ext>
            </a:extLst>
          </p:cNvPr>
          <p:cNvCxnSpPr>
            <a:cxnSpLocks/>
          </p:cNvCxnSpPr>
          <p:nvPr/>
        </p:nvCxnSpPr>
        <p:spPr>
          <a:xfrm flipH="1">
            <a:off x="6739956" y="5855192"/>
            <a:ext cx="312471" cy="2727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BBF70E00-7C2E-23E8-DDB0-4158A0794212}"/>
              </a:ext>
            </a:extLst>
          </p:cNvPr>
          <p:cNvSpPr/>
          <p:nvPr/>
        </p:nvSpPr>
        <p:spPr>
          <a:xfrm>
            <a:off x="6616751" y="6089043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204028E-02F0-76AC-DEBC-FE86AC1F6158}"/>
              </a:ext>
            </a:extLst>
          </p:cNvPr>
          <p:cNvCxnSpPr>
            <a:cxnSpLocks/>
          </p:cNvCxnSpPr>
          <p:nvPr/>
        </p:nvCxnSpPr>
        <p:spPr>
          <a:xfrm flipH="1">
            <a:off x="6351336" y="6213332"/>
            <a:ext cx="312471" cy="2727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4649A8A4-CE4A-7D51-A25F-1CA6518EAC8A}"/>
              </a:ext>
            </a:extLst>
          </p:cNvPr>
          <p:cNvSpPr/>
          <p:nvPr/>
        </p:nvSpPr>
        <p:spPr>
          <a:xfrm>
            <a:off x="6228131" y="6447183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EEB2FD3B-EDE6-25B1-2BCA-F35400809523}"/>
              </a:ext>
            </a:extLst>
          </p:cNvPr>
          <p:cNvCxnSpPr/>
          <p:nvPr/>
        </p:nvCxnSpPr>
        <p:spPr>
          <a:xfrm>
            <a:off x="3890755" y="1565327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385789A3-8146-0E89-F176-598135AF5A1A}"/>
              </a:ext>
            </a:extLst>
          </p:cNvPr>
          <p:cNvCxnSpPr/>
          <p:nvPr/>
        </p:nvCxnSpPr>
        <p:spPr>
          <a:xfrm>
            <a:off x="3892685" y="1953079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79E95248-2EF9-D702-16B2-779331421B47}"/>
              </a:ext>
            </a:extLst>
          </p:cNvPr>
          <p:cNvCxnSpPr/>
          <p:nvPr/>
        </p:nvCxnSpPr>
        <p:spPr>
          <a:xfrm>
            <a:off x="3890755" y="2354334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1C3BBC31-394F-FDFF-6008-FE67A5E42D5F}"/>
              </a:ext>
            </a:extLst>
          </p:cNvPr>
          <p:cNvCxnSpPr/>
          <p:nvPr/>
        </p:nvCxnSpPr>
        <p:spPr>
          <a:xfrm>
            <a:off x="3884968" y="2697716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0CCF5B8-4AC8-D29F-7EC4-AE359BB501EF}"/>
              </a:ext>
            </a:extLst>
          </p:cNvPr>
          <p:cNvCxnSpPr/>
          <p:nvPr/>
        </p:nvCxnSpPr>
        <p:spPr>
          <a:xfrm>
            <a:off x="3892685" y="3062320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197CEACE-8FF2-F180-ECEC-9291806A9E03}"/>
              </a:ext>
            </a:extLst>
          </p:cNvPr>
          <p:cNvCxnSpPr/>
          <p:nvPr/>
        </p:nvCxnSpPr>
        <p:spPr>
          <a:xfrm>
            <a:off x="3892685" y="3426922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FB8C06E2-E461-34BC-777D-2D1F674EA9D6}"/>
              </a:ext>
            </a:extLst>
          </p:cNvPr>
          <p:cNvCxnSpPr/>
          <p:nvPr/>
        </p:nvCxnSpPr>
        <p:spPr>
          <a:xfrm>
            <a:off x="3884968" y="3790560"/>
            <a:ext cx="0" cy="277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>
            <a:extLst>
              <a:ext uri="{FF2B5EF4-FFF2-40B4-BE49-F238E27FC236}">
                <a16:creationId xmlns:a16="http://schemas.microsoft.com/office/drawing/2014/main" id="{C8D6A908-AC3D-EE42-777E-C08E2F7D6998}"/>
              </a:ext>
            </a:extLst>
          </p:cNvPr>
          <p:cNvSpPr/>
          <p:nvPr/>
        </p:nvSpPr>
        <p:spPr>
          <a:xfrm>
            <a:off x="3811006" y="1417400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69934D0A-804E-C39E-26A7-E15ACEA3391B}"/>
              </a:ext>
            </a:extLst>
          </p:cNvPr>
          <p:cNvSpPr/>
          <p:nvPr/>
        </p:nvSpPr>
        <p:spPr>
          <a:xfrm>
            <a:off x="3811006" y="1800327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EEF46FCE-A0C2-34DB-47FF-CB47272253AC}"/>
              </a:ext>
            </a:extLst>
          </p:cNvPr>
          <p:cNvSpPr/>
          <p:nvPr/>
        </p:nvSpPr>
        <p:spPr>
          <a:xfrm>
            <a:off x="3803289" y="4041756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725E82F5-A767-5B57-485F-FA7346512C6F}"/>
              </a:ext>
            </a:extLst>
          </p:cNvPr>
          <p:cNvSpPr/>
          <p:nvPr/>
        </p:nvSpPr>
        <p:spPr>
          <a:xfrm>
            <a:off x="3803289" y="3658829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1036E37D-5C4C-63EB-BE3E-058A5971ECD5}"/>
              </a:ext>
            </a:extLst>
          </p:cNvPr>
          <p:cNvSpPr/>
          <p:nvPr/>
        </p:nvSpPr>
        <p:spPr>
          <a:xfrm>
            <a:off x="3811005" y="3295165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35F5DDB8-B869-FD8C-8C05-25F27041153A}"/>
              </a:ext>
            </a:extLst>
          </p:cNvPr>
          <p:cNvSpPr/>
          <p:nvPr/>
        </p:nvSpPr>
        <p:spPr>
          <a:xfrm>
            <a:off x="3811006" y="2927159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8E2E8BDA-9564-F147-5BB1-68086E98E335}"/>
              </a:ext>
            </a:extLst>
          </p:cNvPr>
          <p:cNvSpPr/>
          <p:nvPr/>
        </p:nvSpPr>
        <p:spPr>
          <a:xfrm>
            <a:off x="3808789" y="2578027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B97AE9E2-79CF-AA0D-9774-4005E21C20A7}"/>
              </a:ext>
            </a:extLst>
          </p:cNvPr>
          <p:cNvSpPr/>
          <p:nvPr/>
        </p:nvSpPr>
        <p:spPr>
          <a:xfrm>
            <a:off x="3811006" y="2227103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EFD5EB7D-335E-E336-7D62-7334EF75D55E}"/>
              </a:ext>
            </a:extLst>
          </p:cNvPr>
          <p:cNvCxnSpPr>
            <a:cxnSpLocks/>
            <a:stCxn id="173" idx="5"/>
          </p:cNvCxnSpPr>
          <p:nvPr/>
        </p:nvCxnSpPr>
        <p:spPr>
          <a:xfrm>
            <a:off x="3449174" y="3202879"/>
            <a:ext cx="361831" cy="177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Oval 172">
            <a:extLst>
              <a:ext uri="{FF2B5EF4-FFF2-40B4-BE49-F238E27FC236}">
                <a16:creationId xmlns:a16="http://schemas.microsoft.com/office/drawing/2014/main" id="{5EB02570-624D-3A65-DC6F-59E2C3854DB6}"/>
              </a:ext>
            </a:extLst>
          </p:cNvPr>
          <p:cNvSpPr/>
          <p:nvPr/>
        </p:nvSpPr>
        <p:spPr>
          <a:xfrm>
            <a:off x="3309740" y="3062320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ADCDB26D-5DF0-B74D-B902-3028C50E48A1}"/>
              </a:ext>
            </a:extLst>
          </p:cNvPr>
          <p:cNvCxnSpPr>
            <a:cxnSpLocks/>
            <a:stCxn id="175" idx="5"/>
          </p:cNvCxnSpPr>
          <p:nvPr/>
        </p:nvCxnSpPr>
        <p:spPr>
          <a:xfrm>
            <a:off x="2994345" y="2967316"/>
            <a:ext cx="361831" cy="177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8C2E7560-E67A-6A39-93AC-2FD2F4E03C58}"/>
              </a:ext>
            </a:extLst>
          </p:cNvPr>
          <p:cNvSpPr/>
          <p:nvPr/>
        </p:nvSpPr>
        <p:spPr>
          <a:xfrm>
            <a:off x="2854911" y="2826757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D941824F-E919-EF03-FD21-CF55A8808FA2}"/>
              </a:ext>
            </a:extLst>
          </p:cNvPr>
          <p:cNvCxnSpPr>
            <a:cxnSpLocks/>
            <a:stCxn id="177" idx="5"/>
          </p:cNvCxnSpPr>
          <p:nvPr/>
        </p:nvCxnSpPr>
        <p:spPr>
          <a:xfrm>
            <a:off x="2531750" y="2718586"/>
            <a:ext cx="361831" cy="177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Oval 176">
            <a:extLst>
              <a:ext uri="{FF2B5EF4-FFF2-40B4-BE49-F238E27FC236}">
                <a16:creationId xmlns:a16="http://schemas.microsoft.com/office/drawing/2014/main" id="{DAE275B3-D761-FDB7-0BD1-45632125B9D5}"/>
              </a:ext>
            </a:extLst>
          </p:cNvPr>
          <p:cNvSpPr/>
          <p:nvPr/>
        </p:nvSpPr>
        <p:spPr>
          <a:xfrm>
            <a:off x="2392316" y="2578027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60FB963A-B7AD-7B0D-FBF0-6641C3FBA510}"/>
              </a:ext>
            </a:extLst>
          </p:cNvPr>
          <p:cNvCxnSpPr>
            <a:cxnSpLocks/>
            <a:endCxn id="177" idx="0"/>
          </p:cNvCxnSpPr>
          <p:nvPr/>
        </p:nvCxnSpPr>
        <p:spPr>
          <a:xfrm>
            <a:off x="2472065" y="2237867"/>
            <a:ext cx="1930" cy="34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Oval 178">
            <a:extLst>
              <a:ext uri="{FF2B5EF4-FFF2-40B4-BE49-F238E27FC236}">
                <a16:creationId xmlns:a16="http://schemas.microsoft.com/office/drawing/2014/main" id="{0D67C9FD-877D-0D59-421D-67207BF4B0C5}"/>
              </a:ext>
            </a:extLst>
          </p:cNvPr>
          <p:cNvSpPr/>
          <p:nvPr/>
        </p:nvSpPr>
        <p:spPr>
          <a:xfrm>
            <a:off x="2392316" y="2089940"/>
            <a:ext cx="163357" cy="164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B5256668-8AB4-FAC1-964E-380C69043C01}"/>
              </a:ext>
            </a:extLst>
          </p:cNvPr>
          <p:cNvSpPr txBox="1"/>
          <p:nvPr/>
        </p:nvSpPr>
        <p:spPr>
          <a:xfrm>
            <a:off x="2531750" y="618791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Valserine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DD08F2EE-0BED-2AF6-A40E-4A08BE3F54A6}"/>
              </a:ext>
            </a:extLst>
          </p:cNvPr>
          <p:cNvSpPr txBox="1"/>
          <p:nvPr/>
        </p:nvSpPr>
        <p:spPr>
          <a:xfrm>
            <a:off x="7738201" y="638134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Arve</a:t>
            </a:r>
          </a:p>
        </p:txBody>
      </p:sp>
    </p:spTree>
    <p:extLst>
      <p:ext uri="{BB962C8B-B14F-4D97-AF65-F5344CB8AC3E}">
        <p14:creationId xmlns:p14="http://schemas.microsoft.com/office/powerpoint/2010/main" val="3617074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Del Hoyo Gibaja</dc:creator>
  <cp:lastModifiedBy>Javier Del Hoyo Gibaja</cp:lastModifiedBy>
  <cp:revision>3</cp:revision>
  <dcterms:created xsi:type="dcterms:W3CDTF">2025-12-25T13:47:32Z</dcterms:created>
  <dcterms:modified xsi:type="dcterms:W3CDTF">2025-12-26T14:55:28Z</dcterms:modified>
</cp:coreProperties>
</file>